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4/15/2025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bi.gov/how-we-can-help-you/more-fbi-services-and-information/ucr/use-of-force" TargetMode="External"/><Relationship Id="rId2" Type="http://schemas.openxmlformats.org/officeDocument/2006/relationships/hyperlink" Target="https://github.com/rfordatascience/tidytuesday/tree/main/data/2025/2025-02-18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1E0BF-C4FE-B7CE-21BD-886FB9598E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NIBRS Adoption Rate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8245E-38A1-894B-88A1-17EB1208FB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Srinivasan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Poonkundran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INFO-511 Final Project</a:t>
            </a:r>
          </a:p>
          <a:p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Dr. Angela Cruze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7037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13218-4E20-1BCF-D66F-B6CCFE028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NIBRS?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A1EDE-25EE-C10D-A1FF-0970EB969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15035"/>
            <a:ext cx="9601200" cy="435236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NIBRS (National Incident-Based Reporting System)</a:t>
            </a:r>
            <a:r>
              <a:rPr lang="en-US" dirty="0"/>
              <a:t> is a crime data reporting system used by law enforcement agencies in the U.S.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It replaces the old Summary Reporting System (SRS)</a:t>
            </a:r>
            <a:br>
              <a:rPr lang="en-US" dirty="0"/>
            </a:br>
            <a:r>
              <a:rPr lang="en-US" dirty="0"/>
              <a:t>SRS only recorded basic data like the number of crimes. NIBRS collects detailed incident-level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It captures more information per crime</a:t>
            </a:r>
            <a:br>
              <a:rPr lang="en-US" dirty="0"/>
            </a:br>
            <a:r>
              <a:rPr lang="en-US" dirty="0"/>
              <a:t>For each incident, NIBRS includes: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Type of crime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Time and location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Weapons used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Relationships between people involved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Arrests and outcomes</a:t>
            </a:r>
          </a:p>
        </p:txBody>
      </p:sp>
    </p:spTree>
    <p:extLst>
      <p:ext uri="{BB962C8B-B14F-4D97-AF65-F5344CB8AC3E}">
        <p14:creationId xmlns:p14="http://schemas.microsoft.com/office/powerpoint/2010/main" val="1118300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CCE3D-AD07-7DDD-7361-517E180AB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Goal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03FE5-3D73-9582-BAD9-2317FB29F7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171700"/>
            <a:ext cx="9601200" cy="3695700"/>
          </a:xfrm>
        </p:spPr>
        <p:txBody>
          <a:bodyPr/>
          <a:lstStyle/>
          <a:p>
            <a:pPr>
              <a:buNone/>
            </a:pPr>
            <a:r>
              <a:rPr lang="en-US" dirty="0"/>
              <a:t>	To analyze the structure and distribution of U.S. law enforcement agencies across states and examine the adoption trends of the FBI’s National Incident-Based Reporting System (NIBRS), with the aim of identifying: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How agency types (City, County, Other) differ by state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What percentage of agencies in each state participate in NIBRS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Patterns and growth in NIBRS adoption over time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9858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54221-7722-B9B6-9791-2803371B9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524145"/>
            <a:ext cx="9601200" cy="1167653"/>
          </a:xfrm>
        </p:spPr>
        <p:txBody>
          <a:bodyPr/>
          <a:lstStyle/>
          <a:p>
            <a:r>
              <a:rPr lang="en-IN" dirty="0"/>
              <a:t>Dataset Information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83B0E75-6A31-6CB8-9B5F-FC877233DE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1600" y="1525113"/>
            <a:ext cx="9377082" cy="4611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Source: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TidyTuesday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(GitHub, Feb 2025)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</a:rPr>
              <a:t>[1]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Size: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19,166 agency-level records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Scope: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All 50 U.S. states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Fields Include: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Agency name and type (City, County, Other)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 and county location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Latitude and longitude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NIBRS participation status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Start date of NIBRS reporting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Case: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Agencies reporting to the FBI's Uniform Crime Reporting (UCR) Program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 Platform: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FBI’s Crime Data Explorer</a:t>
            </a:r>
          </a:p>
        </p:txBody>
      </p:sp>
    </p:spTree>
    <p:extLst>
      <p:ext uri="{BB962C8B-B14F-4D97-AF65-F5344CB8AC3E}">
        <p14:creationId xmlns:p14="http://schemas.microsoft.com/office/powerpoint/2010/main" val="2516081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543BD-C6E6-C1CC-7810-DA167D19C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143000"/>
          </a:xfrm>
        </p:spPr>
        <p:txBody>
          <a:bodyPr/>
          <a:lstStyle/>
          <a:p>
            <a:r>
              <a:rPr lang="en-IN" dirty="0"/>
              <a:t>Data Preprocessing and Cleaning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CA46413-F91E-49F7-5D51-198EE8F74B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03294" y="1342643"/>
            <a:ext cx="5917004" cy="5432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Latitude/Longitude: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~10% missing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Filled with state-wise average coordinates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Removed invalid values (e.g., -9.0 latitude)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Agency Type: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~9% missing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Imputed using keywords:</a:t>
            </a:r>
          </a:p>
          <a:p>
            <a:pPr marL="1200150" lvl="2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“Sheriff” → County</a:t>
            </a:r>
          </a:p>
          <a:p>
            <a:pPr marL="1200150" lvl="2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“Police” → City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Remaining entries labeled as “Other”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NIBRS Start Date: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~21% missing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Filled with median start date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Converted to datetime format for trend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7675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CEC93-4BB6-140C-26A3-6EF18D940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4330" y="2686050"/>
            <a:ext cx="9601200" cy="1485900"/>
          </a:xfrm>
        </p:spPr>
        <p:txBody>
          <a:bodyPr/>
          <a:lstStyle/>
          <a:p>
            <a:r>
              <a:rPr lang="en-US" dirty="0"/>
              <a:t>Exploratory Data Analysis (EDA) and Visualizations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1351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EBD25-2CFB-9D28-1B11-A786943F3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900953"/>
          </a:xfrm>
        </p:spPr>
        <p:txBody>
          <a:bodyPr/>
          <a:lstStyle/>
          <a:p>
            <a:r>
              <a:rPr lang="en-US" dirty="0"/>
              <a:t>Overall Distribution of Agency Types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8C18E6-EE6C-CCB5-5CFA-5172D6238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249" y="1810871"/>
            <a:ext cx="5033751" cy="43613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8EC9C0-2C1B-2C5D-2C8E-3C5C2FC7AFF0}"/>
              </a:ext>
            </a:extLst>
          </p:cNvPr>
          <p:cNvSpPr txBox="1"/>
          <p:nvPr/>
        </p:nvSpPr>
        <p:spPr>
          <a:xfrm>
            <a:off x="6096000" y="1586753"/>
            <a:ext cx="5957047" cy="502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Insights: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City agencies</a:t>
            </a:r>
            <a:r>
              <a:rPr lang="en-US" dirty="0"/>
              <a:t> form the largest portion nationwide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County agencies</a:t>
            </a:r>
            <a:r>
              <a:rPr lang="en-US" dirty="0"/>
              <a:t> are the second most common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Other types</a:t>
            </a:r>
            <a:r>
              <a:rPr lang="en-US" dirty="0"/>
              <a:t> (Tribal, State Police, University) make up smaller shares</a:t>
            </a:r>
          </a:p>
          <a:p>
            <a:pPr>
              <a:lnSpc>
                <a:spcPct val="150000"/>
              </a:lnSpc>
            </a:pPr>
            <a:r>
              <a:rPr lang="en-US" b="1" dirty="0"/>
              <a:t>Interpretation: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Most U.S. law enforcement is handled at the </a:t>
            </a:r>
            <a:r>
              <a:rPr lang="en-US" b="1" dirty="0"/>
              <a:t>city level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County-level presence supports less urban or rural areas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“Other" reflects specialized or smaller-scale agencies</a:t>
            </a:r>
          </a:p>
        </p:txBody>
      </p:sp>
    </p:spTree>
    <p:extLst>
      <p:ext uri="{BB962C8B-B14F-4D97-AF65-F5344CB8AC3E}">
        <p14:creationId xmlns:p14="http://schemas.microsoft.com/office/powerpoint/2010/main" val="3258415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9FD9A-2162-2E39-0F56-759C93B66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8392" y="280149"/>
            <a:ext cx="8924855" cy="732863"/>
          </a:xfrm>
        </p:spPr>
        <p:txBody>
          <a:bodyPr/>
          <a:lstStyle/>
          <a:p>
            <a:r>
              <a:rPr lang="en-US" dirty="0"/>
              <a:t>Distribution of agency types by state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946568F-6FC0-EB64-517B-CD0300D640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415" y="1087305"/>
            <a:ext cx="8117326" cy="5490545"/>
          </a:xfrm>
          <a:prstGeom prst="rect">
            <a:avLst/>
          </a:prstGeom>
        </p:spPr>
      </p:pic>
      <p:sp>
        <p:nvSpPr>
          <p:cNvPr id="9" name="Rectangle 4">
            <a:extLst>
              <a:ext uri="{FF2B5EF4-FFF2-40B4-BE49-F238E27FC236}">
                <a16:creationId xmlns:a16="http://schemas.microsoft.com/office/drawing/2014/main" id="{EE64DCD6-85BB-180B-39ED-C936A4B2B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5741" y="1578312"/>
            <a:ext cx="3137647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City agencies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dominate most states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States like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have the highest total number of agencies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City agencies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more visible in urban states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County agencies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more visible in rural or less urbanized states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1096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BC40-12CA-5E38-C245-6D1BD10B3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824" y="112059"/>
            <a:ext cx="9601200" cy="1485900"/>
          </a:xfrm>
        </p:spPr>
        <p:txBody>
          <a:bodyPr/>
          <a:lstStyle/>
          <a:p>
            <a:r>
              <a:rPr lang="en-IN" dirty="0"/>
              <a:t>NIBRS Adoption Over Time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FA5FB9-2804-C6AF-E1CE-A6AA9FB09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824" y="1353811"/>
            <a:ext cx="5870243" cy="50738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735915F-04A9-1819-C8AC-D74010C8FADC}"/>
              </a:ext>
            </a:extLst>
          </p:cNvPr>
          <p:cNvSpPr txBox="1"/>
          <p:nvPr/>
        </p:nvSpPr>
        <p:spPr>
          <a:xfrm>
            <a:off x="6739820" y="1488281"/>
            <a:ext cx="5378824" cy="461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Insights: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Low adoption before 1995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Gradual increase after the year 1996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Sharp spikes around certain years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Adoption plateaued or slowed in recent years</a:t>
            </a:r>
          </a:p>
          <a:p>
            <a:pPr lvl="1"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Interpretation: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Reflects a </a:t>
            </a:r>
            <a:r>
              <a:rPr lang="en-US" b="1" dirty="0"/>
              <a:t>nationwide shift</a:t>
            </a:r>
            <a:r>
              <a:rPr lang="en-US" dirty="0"/>
              <a:t> toward better crime reporting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Spikes aligns with </a:t>
            </a:r>
            <a:r>
              <a:rPr lang="en-US" b="1" dirty="0"/>
              <a:t>federal mandates and funding programs [2]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25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0762CC-9FFF-A71C-FE7D-792D5E5C44C1}"/>
              </a:ext>
            </a:extLst>
          </p:cNvPr>
          <p:cNvSpPr txBox="1">
            <a:spLocks/>
          </p:cNvSpPr>
          <p:nvPr/>
        </p:nvSpPr>
        <p:spPr>
          <a:xfrm>
            <a:off x="3056965" y="304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NIBRS Adoption Over Time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EDE956-A562-3B23-F4D2-543485B45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4683" y="1150545"/>
            <a:ext cx="8932284" cy="5313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068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8715F-5FE2-3805-2CD1-C69955CAD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47650"/>
            <a:ext cx="9601200" cy="1485900"/>
          </a:xfrm>
        </p:spPr>
        <p:txBody>
          <a:bodyPr/>
          <a:lstStyle/>
          <a:p>
            <a:r>
              <a:rPr lang="en-IN" dirty="0" err="1"/>
              <a:t>Statewise</a:t>
            </a:r>
            <a:r>
              <a:rPr lang="en-IN" dirty="0"/>
              <a:t> NIBRS Participation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AD26B2-7DFB-DCB4-B52D-E0E000C25B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137" y="860487"/>
            <a:ext cx="5685603" cy="59216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A8C77B-253C-8C35-3803-9B278FE37CA4}"/>
              </a:ext>
            </a:extLst>
          </p:cNvPr>
          <p:cNvSpPr txBox="1"/>
          <p:nvPr/>
        </p:nvSpPr>
        <p:spPr>
          <a:xfrm>
            <a:off x="6981003" y="990600"/>
            <a:ext cx="4733365" cy="5443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Insights: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Most states</a:t>
            </a:r>
            <a:r>
              <a:rPr lang="en-US" dirty="0"/>
              <a:t> show high participation (bars near outer edge)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Some states</a:t>
            </a:r>
            <a:r>
              <a:rPr lang="en-US" dirty="0"/>
              <a:t> lag behind with noticeably shorter bars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Interpretation: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States vary in readiness and resources for NIBRS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High participation = strong commitment to detailed crime reporting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Low participation = potential barriers like budget, training, or tech limits</a:t>
            </a:r>
          </a:p>
        </p:txBody>
      </p:sp>
    </p:spTree>
    <p:extLst>
      <p:ext uri="{BB962C8B-B14F-4D97-AF65-F5344CB8AC3E}">
        <p14:creationId xmlns:p14="http://schemas.microsoft.com/office/powerpoint/2010/main" val="2397538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CD0B0-8807-3543-B9DA-BA502432C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CD23211-1B48-721A-F650-5FFB681883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92306" y="1975969"/>
            <a:ext cx="10280443" cy="253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City agencies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the most common across the U.S.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County agencies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more prevalent in rural states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NIBRS participation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varies by state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 states have full participation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Others show limited or delayed adoption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Trend over time: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Gradual increase in NIBRS adoption with key spikes linked to policy changes</a:t>
            </a:r>
          </a:p>
        </p:txBody>
      </p:sp>
    </p:spTree>
    <p:extLst>
      <p:ext uri="{BB962C8B-B14F-4D97-AF65-F5344CB8AC3E}">
        <p14:creationId xmlns:p14="http://schemas.microsoft.com/office/powerpoint/2010/main" val="25279721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24578-C3F9-6B6D-A0EA-AE08FFFD6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821CC29-704C-53F2-69F7-EAEE8E61B1C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1600" y="1889444"/>
            <a:ext cx="858760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U.S. law enforcement structures differ significantly by region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Adoption of NIBRS is improving but still uneven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Insights can help policymakers identify gaps and target support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Standardized reporting like NIBRS is essential for accurate national crime data</a:t>
            </a:r>
          </a:p>
        </p:txBody>
      </p:sp>
    </p:spTree>
    <p:extLst>
      <p:ext uri="{BB962C8B-B14F-4D97-AF65-F5344CB8AC3E}">
        <p14:creationId xmlns:p14="http://schemas.microsoft.com/office/powerpoint/2010/main" val="22062872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2AF5A-BE67-88EC-F183-A777781F7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9E15C-3589-D50D-9D48-D7F4C65E9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[1] R-FOR-DATA-SCIENCE. (2025, February 18). </a:t>
            </a:r>
            <a:r>
              <a:rPr lang="en-IN" sz="18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Agencies from the FBI Crime Data API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[Dataset]. GitHub. </a:t>
            </a:r>
            <a:r>
              <a:rPr lang="en-IN" sz="1800" u="sng" kern="100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https://github.com/rfordatascience/tidytuesday/tree/main/data/2025/2025-02-18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[2] Federal Bureau of Investigation. (n.d.). </a:t>
            </a:r>
            <a:r>
              <a:rPr lang="en-IN" sz="18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National Use-of-Force Data Collection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FBI. Retrieved March 24, 2025, from </a:t>
            </a:r>
            <a:r>
              <a:rPr lang="en-IN" sz="1800" u="sng" kern="100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https://www.fbi.gov/how-we-can-help-you/more-fbi-services-and-information/ucr/use-of-force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0124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77720-A2AF-F261-6E21-605B8AD16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283" y="2882152"/>
            <a:ext cx="9601200" cy="1485900"/>
          </a:xfrm>
        </p:spPr>
        <p:txBody>
          <a:bodyPr/>
          <a:lstStyle/>
          <a:p>
            <a:r>
              <a:rPr lang="en-IN" dirty="0"/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1074572821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{5FB04E06-6DA6-486E-AC02-AC3B8C99DCFB}tf10001105</Template>
  <TotalTime>100</TotalTime>
  <Words>735</Words>
  <Application>Microsoft Office PowerPoint</Application>
  <PresentationFormat>Widescreen</PresentationFormat>
  <Paragraphs>99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Courier New</vt:lpstr>
      <vt:lpstr>Franklin Gothic Book</vt:lpstr>
      <vt:lpstr>Times New Roman</vt:lpstr>
      <vt:lpstr>Crop</vt:lpstr>
      <vt:lpstr>NIBRS Adoption Rate Analysis</vt:lpstr>
      <vt:lpstr>What is NIBRS?</vt:lpstr>
      <vt:lpstr>Goal of the Project</vt:lpstr>
      <vt:lpstr>Dataset Information</vt:lpstr>
      <vt:lpstr>Data Preprocessing and Cleaning</vt:lpstr>
      <vt:lpstr>Exploratory Data Analysis (EDA) and Visualizations</vt:lpstr>
      <vt:lpstr>Overall Distribution of Agency Types </vt:lpstr>
      <vt:lpstr>Distribution of agency types by state</vt:lpstr>
      <vt:lpstr>NIBRS Adoption Over Time</vt:lpstr>
      <vt:lpstr>PowerPoint Presentation</vt:lpstr>
      <vt:lpstr>Statewise NIBRS Participation</vt:lpstr>
      <vt:lpstr>Results</vt:lpstr>
      <vt:lpstr>Conclusion</vt:lpstr>
      <vt:lpstr>References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Srinivasan P</dc:creator>
  <cp:lastModifiedBy>Srinivasan P</cp:lastModifiedBy>
  <cp:revision>2</cp:revision>
  <dcterms:created xsi:type="dcterms:W3CDTF">2025-04-16T01:27:32Z</dcterms:created>
  <dcterms:modified xsi:type="dcterms:W3CDTF">2025-04-16T03:09:22Z</dcterms:modified>
</cp:coreProperties>
</file>